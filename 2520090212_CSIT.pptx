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8"/>
  </p:notesMasterIdLst>
  <p:handoutMasterIdLst>
    <p:handoutMasterId r:id="rId19"/>
  </p:handoutMasterIdLst>
  <p:sldIdLst>
    <p:sldId id="314" r:id="rId3"/>
    <p:sldId id="323" r:id="rId4"/>
    <p:sldId id="266" r:id="rId5"/>
    <p:sldId id="341" r:id="rId6"/>
    <p:sldId id="342" r:id="rId7"/>
    <p:sldId id="343" r:id="rId8"/>
    <p:sldId id="350" r:id="rId9"/>
    <p:sldId id="344" r:id="rId10"/>
    <p:sldId id="345" r:id="rId11"/>
    <p:sldId id="351" r:id="rId12"/>
    <p:sldId id="340" r:id="rId13"/>
    <p:sldId id="352" r:id="rId14"/>
    <p:sldId id="347" r:id="rId15"/>
    <p:sldId id="348" r:id="rId16"/>
    <p:sldId id="33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82"/>
    <p:restoredTop sz="95833"/>
  </p:normalViewPr>
  <p:slideViewPr>
    <p:cSldViewPr snapToGrid="0" snapToObjects="1">
      <p:cViewPr varScale="1">
        <p:scale>
          <a:sx n="82" d="100"/>
          <a:sy n="82" d="100"/>
        </p:scale>
        <p:origin x="5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10-03-2026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10-03-2026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Employee Payroll Management System Using java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J Rakshitha</a:t>
            </a:r>
          </a:p>
          <a:p>
            <a:pPr marL="0" indent="0" algn="ctr">
              <a:buNone/>
            </a:pPr>
            <a:r>
              <a:rPr lang="en-US" sz="9600" dirty="0"/>
              <a:t>Student ID: 2520090212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Cluster:4</a:t>
            </a:r>
          </a:p>
          <a:p>
            <a:pPr marL="0" indent="0" algn="ctr">
              <a:buNone/>
            </a:pPr>
            <a:r>
              <a:rPr lang="en-US" sz="11200" dirty="0"/>
              <a:t>Section: 14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10-03-2026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</a:t>
            </a:r>
            <a:r>
              <a:rPr lang="en-US" sz="8600" dirty="0" err="1">
                <a:solidFill>
                  <a:srgbClr val="00B050"/>
                </a:solidFill>
              </a:rPr>
              <a:t>xxxxxxxx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Employee Payroll Management System is developed to automate employee salary calculation and record management.</a:t>
            </a:r>
          </a:p>
          <a:p>
            <a:r>
              <a:rPr lang="en-US" sz="2400" dirty="0"/>
              <a:t>The system allows users to add employee details, calculate net salary, and manage records efficiently.</a:t>
            </a:r>
          </a:p>
          <a:p>
            <a:r>
              <a:rPr lang="en-US" sz="2400" dirty="0"/>
              <a:t>The FWD version is developed using HTML, CSS, and JavaScript to provide a responsive web interface.</a:t>
            </a:r>
          </a:p>
          <a:p>
            <a:r>
              <a:rPr lang="en-US" sz="2400" dirty="0"/>
              <a:t>The DSA version is implemented using Java, demonstrating data structures like </a:t>
            </a:r>
            <a:r>
              <a:rPr lang="en-US" sz="2400" dirty="0" err="1"/>
              <a:t>ArrayList</a:t>
            </a:r>
            <a:r>
              <a:rPr lang="en-US" sz="2400" dirty="0"/>
              <a:t>, Stack, Queue, HashMap, Searching, and Sorting.</a:t>
            </a:r>
          </a:p>
          <a:p>
            <a:r>
              <a:rPr lang="en-US" sz="2400" dirty="0"/>
              <a:t>This project demonstrates the practical application of web development concepts and data structure algorithms.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7475" lvl="1" indent="0" algn="just">
              <a:buNone/>
            </a:pPr>
            <a:r>
              <a:rPr lang="en-US" dirty="0"/>
              <a:t>• Payroll calculations are often done manually or using spreadsheets</a:t>
            </a:r>
          </a:p>
          <a:p>
            <a:pPr marL="117475" lvl="1" indent="0" algn="just">
              <a:buNone/>
            </a:pPr>
            <a:r>
              <a:rPr lang="en-US" dirty="0"/>
              <a:t>• Manual systems are time-consuming and error-prone</a:t>
            </a:r>
          </a:p>
          <a:p>
            <a:pPr marL="117475" lvl="1" indent="0" algn="just">
              <a:buNone/>
            </a:pPr>
            <a:r>
              <a:rPr lang="en-US" dirty="0"/>
              <a:t>• Employee records are difficult to maintain and update</a:t>
            </a:r>
          </a:p>
          <a:p>
            <a:pPr marL="117475" lvl="1" indent="0" algn="just">
              <a:buNone/>
            </a:pPr>
            <a:r>
              <a:rPr lang="en-US" dirty="0"/>
              <a:t>• Searching employee details takes more time</a:t>
            </a:r>
          </a:p>
          <a:p>
            <a:pPr marL="117475" lvl="1" indent="0" algn="just">
              <a:buNone/>
            </a:pPr>
            <a:r>
              <a:rPr lang="en-US" dirty="0"/>
              <a:t>• Lack of automation leads to inefficient payroll processing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sz="2400" dirty="0"/>
              <a:t>Automated Employee Payroll Management System</a:t>
            </a:r>
          </a:p>
          <a:p>
            <a:r>
              <a:rPr lang="en-US" sz="2400" dirty="0"/>
              <a:t> Allows users to add, view, and search employee records</a:t>
            </a:r>
          </a:p>
          <a:p>
            <a:r>
              <a:rPr lang="en-US" sz="2400" dirty="0"/>
              <a:t> Automatically calculates Net Salary</a:t>
            </a:r>
          </a:p>
          <a:p>
            <a:r>
              <a:rPr lang="en-US" sz="2400" dirty="0"/>
              <a:t> Provides efficient data management using Java and Web technologies</a:t>
            </a:r>
          </a:p>
          <a:p>
            <a:r>
              <a:rPr lang="en-US" sz="2400" dirty="0"/>
              <a:t> Demonstrates DSA concepts like searching, sorting, stack, queue, and hashing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80A43AB-BFE6-5809-4961-D13F2DEF1C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1400" y="1212980"/>
            <a:ext cx="5029200" cy="496398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 1. User Interface</a:t>
            </a:r>
          </a:p>
          <a:p>
            <a:r>
              <a:rPr lang="en-US" sz="2400" dirty="0"/>
              <a:t> Login &amp; Signup pages</a:t>
            </a:r>
          </a:p>
          <a:p>
            <a:r>
              <a:rPr lang="en-US" sz="2400" dirty="0"/>
              <a:t> Responsive design</a:t>
            </a:r>
          </a:p>
          <a:p>
            <a:pPr marL="0" indent="0">
              <a:buNone/>
            </a:pPr>
            <a:r>
              <a:rPr lang="en-US" sz="2400" dirty="0"/>
              <a:t>2. Employee Data</a:t>
            </a:r>
          </a:p>
          <a:p>
            <a:r>
              <a:rPr lang="en-US" sz="2400" dirty="0"/>
              <a:t> Add employee details</a:t>
            </a:r>
          </a:p>
          <a:p>
            <a:r>
              <a:rPr lang="en-US" sz="2400" dirty="0"/>
              <a:t> Store records</a:t>
            </a:r>
          </a:p>
          <a:p>
            <a:pPr marL="0" indent="0">
              <a:buNone/>
            </a:pPr>
            <a:r>
              <a:rPr lang="en-US" sz="2400" dirty="0"/>
              <a:t>3. Payroll Calculation</a:t>
            </a:r>
          </a:p>
          <a:p>
            <a:r>
              <a:rPr lang="en-US" sz="2400" dirty="0"/>
              <a:t>Net salary calculation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B2031-44B9-8A57-3CCA-394CD09FF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0569595-CBAE-FC53-12B1-8C16B71F8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467D2A8-0286-A716-E52A-B616C157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 4. Employee Records</a:t>
            </a:r>
          </a:p>
          <a:p>
            <a:r>
              <a:rPr lang="en-US" sz="2400" dirty="0"/>
              <a:t> Display employee data</a:t>
            </a:r>
          </a:p>
          <a:p>
            <a:r>
              <a:rPr lang="en-US" sz="2400" dirty="0"/>
              <a:t> Manage records</a:t>
            </a:r>
          </a:p>
          <a:p>
            <a:pPr marL="0" indent="0">
              <a:buNone/>
            </a:pPr>
            <a:r>
              <a:rPr lang="en-US" sz="2400" dirty="0"/>
              <a:t>5. User Interaction</a:t>
            </a:r>
          </a:p>
          <a:p>
            <a:r>
              <a:rPr lang="en-US" sz="2400" dirty="0"/>
              <a:t> DOM manipulation</a:t>
            </a:r>
          </a:p>
          <a:p>
            <a:r>
              <a:rPr lang="en-US" sz="2400" dirty="0"/>
              <a:t> Dynamic updates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6FA8B-3613-0E0E-AB15-F1E10DE11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BF2E0-46E1-49CD-0B54-8686CA4CD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B11BB-9ED7-DFF0-A639-5492039E7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40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sz="2400" dirty="0"/>
              <a:t>Develop a Payroll Management System using Java and Web technologies</a:t>
            </a:r>
          </a:p>
          <a:p>
            <a:r>
              <a:rPr lang="en-US" sz="2400" dirty="0"/>
              <a:t> Implement salary calculation and employee record management</a:t>
            </a:r>
          </a:p>
          <a:p>
            <a:r>
              <a:rPr lang="en-US" sz="2400" dirty="0"/>
              <a:t> Demonstrate data structures and algorithms in a real application</a:t>
            </a:r>
          </a:p>
          <a:p>
            <a:r>
              <a:rPr lang="en-US" sz="2400" dirty="0"/>
              <a:t> Provide a simple and efficient interface for payroll processing</a:t>
            </a:r>
          </a:p>
          <a:p>
            <a:r>
              <a:rPr lang="en-US" sz="2400" dirty="0"/>
              <a:t> Improve understanding of DSA and Frontend Development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22BAFBE2-0A07-E32B-2329-77B78E60D0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4159198"/>
              </p:ext>
            </p:extLst>
          </p:nvPr>
        </p:nvGraphicFramePr>
        <p:xfrm>
          <a:off x="838200" y="1493134"/>
          <a:ext cx="10515600" cy="4562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629">
                  <a:extLst>
                    <a:ext uri="{9D8B030D-6E8A-4147-A177-3AD203B41FA5}">
                      <a16:colId xmlns:a16="http://schemas.microsoft.com/office/drawing/2014/main" val="375404667"/>
                    </a:ext>
                  </a:extLst>
                </a:gridCol>
                <a:gridCol w="8479971">
                  <a:extLst>
                    <a:ext uri="{9D8B030D-6E8A-4147-A177-3AD203B41FA5}">
                      <a16:colId xmlns:a16="http://schemas.microsoft.com/office/drawing/2014/main" val="4179224225"/>
                    </a:ext>
                  </a:extLst>
                </a:gridCol>
              </a:tblGrid>
              <a:tr h="760406">
                <a:tc>
                  <a:txBody>
                    <a:bodyPr/>
                    <a:lstStyle/>
                    <a:p>
                      <a:r>
                        <a:rPr lang="en-US" sz="2600" dirty="0"/>
                        <a:t>CO</a:t>
                      </a:r>
                      <a:endParaRPr lang="en-IN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        </a:t>
                      </a:r>
                      <a:r>
                        <a:rPr lang="en-US" sz="2600" dirty="0"/>
                        <a:t>Description</a:t>
                      </a:r>
                      <a:endParaRPr lang="en-IN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501099"/>
                  </a:ext>
                </a:extLst>
              </a:tr>
              <a:tr h="760406">
                <a:tc>
                  <a:txBody>
                    <a:bodyPr/>
                    <a:lstStyle/>
                    <a:p>
                      <a:r>
                        <a:rPr lang="en-US" sz="2400" dirty="0"/>
                        <a:t>CO 1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Implementation of basic web pages using HTML structure and CSS styling.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620799"/>
                  </a:ext>
                </a:extLst>
              </a:tr>
              <a:tr h="760406">
                <a:tc>
                  <a:txBody>
                    <a:bodyPr/>
                    <a:lstStyle/>
                    <a:p>
                      <a:r>
                        <a:rPr lang="en-US" sz="2400" dirty="0"/>
                        <a:t>CO 2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Development of responsive forms and layouts for employee data input.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425184"/>
                  </a:ext>
                </a:extLst>
              </a:tr>
              <a:tr h="760406">
                <a:tc>
                  <a:txBody>
                    <a:bodyPr/>
                    <a:lstStyle/>
                    <a:p>
                      <a:r>
                        <a:rPr lang="en-US" sz="2400" dirty="0"/>
                        <a:t>CO 3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Application of JavaScript programming for salary calculation and data processing.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395576"/>
                  </a:ext>
                </a:extLst>
              </a:tr>
              <a:tr h="760406">
                <a:tc>
                  <a:txBody>
                    <a:bodyPr/>
                    <a:lstStyle/>
                    <a:p>
                      <a:r>
                        <a:rPr lang="en-US" sz="2400" dirty="0"/>
                        <a:t>CO 4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of DOM manipulation and event handling to update employee records dynamically.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151163"/>
                  </a:ext>
                </a:extLst>
              </a:tr>
              <a:tr h="760406">
                <a:tc>
                  <a:txBody>
                    <a:bodyPr/>
                    <a:lstStyle/>
                    <a:p>
                      <a:r>
                        <a:rPr lang="en-US" sz="2400" dirty="0"/>
                        <a:t>CO 5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Implementation of advanced web concepts like validation, storage, and deployment basics.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763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D05A7-3ECF-6BA3-5094-373E10801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5486F41-8C7C-3560-8DDF-BB68DC349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CAA90-C60F-5471-CCD8-E9E26F605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A8EFA-EB97-5B87-7A50-A4F70EA07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84EDC-D1A8-CB26-6C3D-0071D6B99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531F0D28-A70D-25BC-C8A1-6886A7E931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9285013"/>
              </p:ext>
            </p:extLst>
          </p:nvPr>
        </p:nvGraphicFramePr>
        <p:xfrm>
          <a:off x="838200" y="1493134"/>
          <a:ext cx="10515600" cy="4562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629">
                  <a:extLst>
                    <a:ext uri="{9D8B030D-6E8A-4147-A177-3AD203B41FA5}">
                      <a16:colId xmlns:a16="http://schemas.microsoft.com/office/drawing/2014/main" val="375404667"/>
                    </a:ext>
                  </a:extLst>
                </a:gridCol>
                <a:gridCol w="8479971">
                  <a:extLst>
                    <a:ext uri="{9D8B030D-6E8A-4147-A177-3AD203B41FA5}">
                      <a16:colId xmlns:a16="http://schemas.microsoft.com/office/drawing/2014/main" val="4179224225"/>
                    </a:ext>
                  </a:extLst>
                </a:gridCol>
              </a:tblGrid>
              <a:tr h="760406">
                <a:tc>
                  <a:txBody>
                    <a:bodyPr/>
                    <a:lstStyle/>
                    <a:p>
                      <a:r>
                        <a:rPr lang="en-US" sz="2600" dirty="0"/>
                        <a:t>CO</a:t>
                      </a:r>
                      <a:endParaRPr lang="en-IN" sz="2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        </a:t>
                      </a:r>
                      <a:r>
                        <a:rPr lang="en-US" sz="2600" dirty="0"/>
                        <a:t>Description</a:t>
                      </a:r>
                      <a:endParaRPr lang="en-IN" sz="2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501099"/>
                  </a:ext>
                </a:extLst>
              </a:tr>
              <a:tr h="760406">
                <a:tc>
                  <a:txBody>
                    <a:bodyPr/>
                    <a:lstStyle/>
                    <a:p>
                      <a:r>
                        <a:rPr lang="en-US" sz="2400" dirty="0"/>
                        <a:t>CO 1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Implementation of basic Java programming concepts and object-oriented programming.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620799"/>
                  </a:ext>
                </a:extLst>
              </a:tr>
              <a:tr h="760406">
                <a:tc>
                  <a:txBody>
                    <a:bodyPr/>
                    <a:lstStyle/>
                    <a:p>
                      <a:r>
                        <a:rPr lang="en-US" sz="2400" dirty="0"/>
                        <a:t>CO 2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of </a:t>
                      </a:r>
                      <a:r>
                        <a:rPr lang="en-US" dirty="0" err="1"/>
                        <a:t>ArrayList</a:t>
                      </a:r>
                      <a:r>
                        <a:rPr lang="en-US" dirty="0"/>
                        <a:t> for storing and managing employee records dynamically.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425184"/>
                  </a:ext>
                </a:extLst>
              </a:tr>
              <a:tr h="760406">
                <a:tc>
                  <a:txBody>
                    <a:bodyPr/>
                    <a:lstStyle/>
                    <a:p>
                      <a:r>
                        <a:rPr lang="en-US" sz="2400" dirty="0"/>
                        <a:t>CO 3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Application of searching and sorting algorithms such as Linear Search and Bubble Sort.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395576"/>
                  </a:ext>
                </a:extLst>
              </a:tr>
              <a:tr h="760406">
                <a:tc>
                  <a:txBody>
                    <a:bodyPr/>
                    <a:lstStyle/>
                    <a:p>
                      <a:r>
                        <a:rPr lang="en-US" sz="2400" dirty="0"/>
                        <a:t>CO 4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Demonstration of data structures like Stack and Queue for payroll operations.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151163"/>
                  </a:ext>
                </a:extLst>
              </a:tr>
              <a:tr h="760406">
                <a:tc>
                  <a:txBody>
                    <a:bodyPr/>
                    <a:lstStyle/>
                    <a:p>
                      <a:r>
                        <a:rPr lang="en-US" sz="2400" dirty="0"/>
                        <a:t>CO 5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of HashMap for efficient employee lookup and record management.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763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612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3282" y="365126"/>
            <a:ext cx="7427167" cy="959822"/>
          </a:xfrm>
        </p:spPr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66B93C0-68FA-6780-71F3-67BD9055F5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241" y="1356027"/>
            <a:ext cx="3721360" cy="207297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C7AE68-CF49-BE12-2FAF-C061BBDD5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099" y="1324949"/>
            <a:ext cx="3721360" cy="21040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85FE81-0F74-661E-3D29-A53B0EE7B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324948"/>
            <a:ext cx="3721359" cy="21040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89163A-9710-34F8-3894-25A63FA838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241" y="3666930"/>
            <a:ext cx="3721360" cy="20729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6ABEF79-B8C6-86B0-1A97-31F265522B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1236" y="3666929"/>
            <a:ext cx="3816223" cy="207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25FF8-07A3-34F3-8D54-82E6BB9DD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580B2-3935-55FF-5906-0A2C65939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3282" y="365126"/>
            <a:ext cx="7427167" cy="959822"/>
          </a:xfrm>
        </p:spPr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4D382-B493-CBD9-4B8C-A8C83341F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B61B4-2DA6-2531-B1DD-D2A63C07A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38441-0264-5FBA-9368-654AA504A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B2EE3BD-79D3-9812-252A-BCBCD76D1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59" y="1614197"/>
            <a:ext cx="5617029" cy="340611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0B250AE-D1B6-00DF-4AAB-73ADABAC8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811" y="1614197"/>
            <a:ext cx="5617029" cy="340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61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Employee Payroll Management System automates employee salary calculation and record management.</a:t>
            </a:r>
          </a:p>
          <a:p>
            <a:pPr marL="0" indent="0">
              <a:buNone/>
            </a:pPr>
            <a:r>
              <a:rPr lang="en-US" sz="2400" dirty="0"/>
              <a:t>The project demonstrates web development concepts and data structure algorithms such as searching, sorting, stack, queue, and hashing.</a:t>
            </a:r>
          </a:p>
          <a:p>
            <a:pPr marL="0" indent="0">
              <a:buNone/>
            </a:pPr>
            <a:r>
              <a:rPr lang="en-US" sz="2400" dirty="0"/>
              <a:t>It provides an efficient solution for managing payroll data and understanding practical implementation of programming concepts.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83DFD-4145-46B6-BA5B-4C9D68B54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  <a:tabLst>
                <a:tab pos="228600" algn="l"/>
                <a:tab pos="228600" algn="l"/>
                <a:tab pos="282575" algn="l"/>
                <a:tab pos="339725" algn="l"/>
              </a:tabLst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3742</TotalTime>
  <Words>639</Words>
  <Application>Microsoft Office PowerPoint</Application>
  <PresentationFormat>Widescreen</PresentationFormat>
  <Paragraphs>132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Custom Design</vt:lpstr>
      <vt:lpstr>Title: Employee Payroll Management System Using java</vt:lpstr>
      <vt:lpstr>Abstract</vt:lpstr>
      <vt:lpstr>Existing System </vt:lpstr>
      <vt:lpstr>Proposed System</vt:lpstr>
      <vt:lpstr>System Architecture</vt:lpstr>
      <vt:lpstr>Project Modules</vt:lpstr>
      <vt:lpstr>Project Modules</vt:lpstr>
      <vt:lpstr>Objectives</vt:lpstr>
      <vt:lpstr>Co’s Attainments - FWD</vt:lpstr>
      <vt:lpstr>Co’s Attainments - DSA</vt:lpstr>
      <vt:lpstr>Screenshots for FWD &amp; DSA</vt:lpstr>
      <vt:lpstr>Screenshots for FWD &amp; DSA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Jangirala Rakshitha</cp:lastModifiedBy>
  <cp:revision>52</cp:revision>
  <dcterms:created xsi:type="dcterms:W3CDTF">2022-05-20T10:20:31Z</dcterms:created>
  <dcterms:modified xsi:type="dcterms:W3CDTF">2026-03-10T03:36:22Z</dcterms:modified>
</cp:coreProperties>
</file>